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1" r:id="rId6"/>
    <p:sldId id="262" r:id="rId7"/>
    <p:sldId id="264" r:id="rId8"/>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0" d="100"/>
          <a:sy n="60" d="100"/>
        </p:scale>
        <p:origin x="1140"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LUISA PARRA VALENCIA" userId="6f8c5ed1-ebf7-4aac-9c5a-631253e0ad33" providerId="ADAL" clId="{28C1A5C6-6013-4EE3-989A-5D999F5C6EDF}"/>
    <pc:docChg chg="undo custSel addSld delSld modSld sldOrd">
      <pc:chgData name="ANA LUISA PARRA VALENCIA" userId="6f8c5ed1-ebf7-4aac-9c5a-631253e0ad33" providerId="ADAL" clId="{28C1A5C6-6013-4EE3-989A-5D999F5C6EDF}" dt="2026-02-20T04:29:34.019" v="109" actId="47"/>
      <pc:docMkLst>
        <pc:docMk/>
      </pc:docMkLst>
      <pc:sldChg chg="modSp mod">
        <pc:chgData name="ANA LUISA PARRA VALENCIA" userId="6f8c5ed1-ebf7-4aac-9c5a-631253e0ad33" providerId="ADAL" clId="{28C1A5C6-6013-4EE3-989A-5D999F5C6EDF}" dt="2026-02-20T04:22:57.354" v="11" actId="403"/>
        <pc:sldMkLst>
          <pc:docMk/>
          <pc:sldMk cId="537540876" sldId="256"/>
        </pc:sldMkLst>
        <pc:spChg chg="mod">
          <ac:chgData name="ANA LUISA PARRA VALENCIA" userId="6f8c5ed1-ebf7-4aac-9c5a-631253e0ad33" providerId="ADAL" clId="{28C1A5C6-6013-4EE3-989A-5D999F5C6EDF}" dt="2026-02-20T04:22:57.354" v="11" actId="403"/>
          <ac:spMkLst>
            <pc:docMk/>
            <pc:sldMk cId="537540876" sldId="256"/>
            <ac:spMk id="2" creationId="{97BF31A5-811D-47AB-9577-F23B8FFD1C41}"/>
          </ac:spMkLst>
        </pc:spChg>
        <pc:spChg chg="mod">
          <ac:chgData name="ANA LUISA PARRA VALENCIA" userId="6f8c5ed1-ebf7-4aac-9c5a-631253e0ad33" providerId="ADAL" clId="{28C1A5C6-6013-4EE3-989A-5D999F5C6EDF}" dt="2026-02-20T04:22:52.340" v="5" actId="403"/>
          <ac:spMkLst>
            <pc:docMk/>
            <pc:sldMk cId="537540876" sldId="256"/>
            <ac:spMk id="3" creationId="{B142D277-9D32-4422-B1DC-8AEB96021F2F}"/>
          </ac:spMkLst>
        </pc:spChg>
      </pc:sldChg>
      <pc:sldChg chg="modSp mod">
        <pc:chgData name="ANA LUISA PARRA VALENCIA" userId="6f8c5ed1-ebf7-4aac-9c5a-631253e0ad33" providerId="ADAL" clId="{28C1A5C6-6013-4EE3-989A-5D999F5C6EDF}" dt="2026-02-20T04:23:10.193" v="15" actId="1076"/>
        <pc:sldMkLst>
          <pc:docMk/>
          <pc:sldMk cId="3502141037" sldId="257"/>
        </pc:sldMkLst>
        <pc:spChg chg="mod">
          <ac:chgData name="ANA LUISA PARRA VALENCIA" userId="6f8c5ed1-ebf7-4aac-9c5a-631253e0ad33" providerId="ADAL" clId="{28C1A5C6-6013-4EE3-989A-5D999F5C6EDF}" dt="2026-02-20T04:23:05.905" v="12" actId="14100"/>
          <ac:spMkLst>
            <pc:docMk/>
            <pc:sldMk cId="3502141037" sldId="257"/>
            <ac:spMk id="3" creationId="{C3419155-53DC-49AD-9C27-2581D2E462B2}"/>
          </ac:spMkLst>
        </pc:spChg>
        <pc:picChg chg="mod">
          <ac:chgData name="ANA LUISA PARRA VALENCIA" userId="6f8c5ed1-ebf7-4aac-9c5a-631253e0ad33" providerId="ADAL" clId="{28C1A5C6-6013-4EE3-989A-5D999F5C6EDF}" dt="2026-02-20T04:23:10.193" v="15" actId="1076"/>
          <ac:picMkLst>
            <pc:docMk/>
            <pc:sldMk cId="3502141037" sldId="257"/>
            <ac:picMk id="5" creationId="{6117013F-194C-464E-B009-B74B75DE8787}"/>
          </ac:picMkLst>
        </pc:picChg>
      </pc:sldChg>
      <pc:sldChg chg="addSp delSp modSp new del">
        <pc:chgData name="ANA LUISA PARRA VALENCIA" userId="6f8c5ed1-ebf7-4aac-9c5a-631253e0ad33" providerId="ADAL" clId="{28C1A5C6-6013-4EE3-989A-5D999F5C6EDF}" dt="2026-02-20T04:29:31.565" v="108" actId="47"/>
        <pc:sldMkLst>
          <pc:docMk/>
          <pc:sldMk cId="1392099123" sldId="260"/>
        </pc:sldMkLst>
        <pc:picChg chg="add del mod">
          <ac:chgData name="ANA LUISA PARRA VALENCIA" userId="6f8c5ed1-ebf7-4aac-9c5a-631253e0ad33" providerId="ADAL" clId="{28C1A5C6-6013-4EE3-989A-5D999F5C6EDF}" dt="2026-02-20T04:26:53.809" v="59"/>
          <ac:picMkLst>
            <pc:docMk/>
            <pc:sldMk cId="1392099123" sldId="260"/>
            <ac:picMk id="4" creationId="{71CD9493-A2E2-43EE-9CA2-2210DB14A30F}"/>
          </ac:picMkLst>
        </pc:picChg>
      </pc:sldChg>
      <pc:sldChg chg="addSp delSp modSp add mod ord">
        <pc:chgData name="ANA LUISA PARRA VALENCIA" userId="6f8c5ed1-ebf7-4aac-9c5a-631253e0ad33" providerId="ADAL" clId="{28C1A5C6-6013-4EE3-989A-5D999F5C6EDF}" dt="2026-02-20T04:26:44.650" v="57" actId="1076"/>
        <pc:sldMkLst>
          <pc:docMk/>
          <pc:sldMk cId="266288267" sldId="261"/>
        </pc:sldMkLst>
        <pc:spChg chg="mod">
          <ac:chgData name="ANA LUISA PARRA VALENCIA" userId="6f8c5ed1-ebf7-4aac-9c5a-631253e0ad33" providerId="ADAL" clId="{28C1A5C6-6013-4EE3-989A-5D999F5C6EDF}" dt="2026-02-20T04:25:31.570" v="28" actId="1076"/>
          <ac:spMkLst>
            <pc:docMk/>
            <pc:sldMk cId="266288267" sldId="261"/>
            <ac:spMk id="2" creationId="{DB5C421A-A4DD-46B4-AE99-55068D679FC0}"/>
          </ac:spMkLst>
        </pc:spChg>
        <pc:spChg chg="mod">
          <ac:chgData name="ANA LUISA PARRA VALENCIA" userId="6f8c5ed1-ebf7-4aac-9c5a-631253e0ad33" providerId="ADAL" clId="{28C1A5C6-6013-4EE3-989A-5D999F5C6EDF}" dt="2026-02-20T04:26:42.153" v="56" actId="1076"/>
          <ac:spMkLst>
            <pc:docMk/>
            <pc:sldMk cId="266288267" sldId="261"/>
            <ac:spMk id="3" creationId="{C3419155-53DC-49AD-9C27-2581D2E462B2}"/>
          </ac:spMkLst>
        </pc:spChg>
        <pc:picChg chg="del">
          <ac:chgData name="ANA LUISA PARRA VALENCIA" userId="6f8c5ed1-ebf7-4aac-9c5a-631253e0ad33" providerId="ADAL" clId="{28C1A5C6-6013-4EE3-989A-5D999F5C6EDF}" dt="2026-02-20T04:25:28.194" v="26" actId="478"/>
          <ac:picMkLst>
            <pc:docMk/>
            <pc:sldMk cId="266288267" sldId="261"/>
            <ac:picMk id="5" creationId="{6117013F-194C-464E-B009-B74B75DE8787}"/>
          </ac:picMkLst>
        </pc:picChg>
        <pc:picChg chg="add mod">
          <ac:chgData name="ANA LUISA PARRA VALENCIA" userId="6f8c5ed1-ebf7-4aac-9c5a-631253e0ad33" providerId="ADAL" clId="{28C1A5C6-6013-4EE3-989A-5D999F5C6EDF}" dt="2026-02-20T04:26:44.650" v="57" actId="1076"/>
          <ac:picMkLst>
            <pc:docMk/>
            <pc:sldMk cId="266288267" sldId="261"/>
            <ac:picMk id="2050" creationId="{DE613313-B6C0-4117-A7CC-B4C41D35C9CF}"/>
          </ac:picMkLst>
        </pc:picChg>
      </pc:sldChg>
      <pc:sldChg chg="add ord">
        <pc:chgData name="ANA LUISA PARRA VALENCIA" userId="6f8c5ed1-ebf7-4aac-9c5a-631253e0ad33" providerId="ADAL" clId="{28C1A5C6-6013-4EE3-989A-5D999F5C6EDF}" dt="2026-02-20T04:26:57.459" v="62"/>
        <pc:sldMkLst>
          <pc:docMk/>
          <pc:sldMk cId="1648518006" sldId="262"/>
        </pc:sldMkLst>
      </pc:sldChg>
      <pc:sldChg chg="modSp add del mod ord">
        <pc:chgData name="ANA LUISA PARRA VALENCIA" userId="6f8c5ed1-ebf7-4aac-9c5a-631253e0ad33" providerId="ADAL" clId="{28C1A5C6-6013-4EE3-989A-5D999F5C6EDF}" dt="2026-02-20T04:29:34.019" v="109" actId="47"/>
        <pc:sldMkLst>
          <pc:docMk/>
          <pc:sldMk cId="3325202484" sldId="263"/>
        </pc:sldMkLst>
        <pc:spChg chg="mod">
          <ac:chgData name="ANA LUISA PARRA VALENCIA" userId="6f8c5ed1-ebf7-4aac-9c5a-631253e0ad33" providerId="ADAL" clId="{28C1A5C6-6013-4EE3-989A-5D999F5C6EDF}" dt="2026-02-20T04:28:44.284" v="85" actId="403"/>
          <ac:spMkLst>
            <pc:docMk/>
            <pc:sldMk cId="3325202484" sldId="263"/>
            <ac:spMk id="3" creationId="{43268071-BD49-4190-8712-B190ED06CB3D}"/>
          </ac:spMkLst>
        </pc:spChg>
      </pc:sldChg>
      <pc:sldChg chg="modSp new mod">
        <pc:chgData name="ANA LUISA PARRA VALENCIA" userId="6f8c5ed1-ebf7-4aac-9c5a-631253e0ad33" providerId="ADAL" clId="{28C1A5C6-6013-4EE3-989A-5D999F5C6EDF}" dt="2026-02-20T04:29:28.849" v="107" actId="123"/>
        <pc:sldMkLst>
          <pc:docMk/>
          <pc:sldMk cId="4118589489" sldId="264"/>
        </pc:sldMkLst>
        <pc:spChg chg="mod">
          <ac:chgData name="ANA LUISA PARRA VALENCIA" userId="6f8c5ed1-ebf7-4aac-9c5a-631253e0ad33" providerId="ADAL" clId="{28C1A5C6-6013-4EE3-989A-5D999F5C6EDF}" dt="2026-02-20T04:29:24.493" v="105" actId="403"/>
          <ac:spMkLst>
            <pc:docMk/>
            <pc:sldMk cId="4118589489" sldId="264"/>
            <ac:spMk id="2" creationId="{90515670-F6AD-48C9-A802-3E65BA81EE93}"/>
          </ac:spMkLst>
        </pc:spChg>
        <pc:spChg chg="mod">
          <ac:chgData name="ANA LUISA PARRA VALENCIA" userId="6f8c5ed1-ebf7-4aac-9c5a-631253e0ad33" providerId="ADAL" clId="{28C1A5C6-6013-4EE3-989A-5D999F5C6EDF}" dt="2026-02-20T04:29:28.849" v="107" actId="123"/>
          <ac:spMkLst>
            <pc:docMk/>
            <pc:sldMk cId="4118589489" sldId="264"/>
            <ac:spMk id="3" creationId="{4394DCF6-CE43-4E4A-A0D8-928A111B862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B29E65-764C-4B2A-ADC8-D1E7167BBD3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E1B30BEF-7C1D-4E1B-BFBC-3E6C879900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9CF93860-7F09-494C-AD98-F47515A82945}"/>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5" name="Marcador de pie de página 4">
            <a:extLst>
              <a:ext uri="{FF2B5EF4-FFF2-40B4-BE49-F238E27FC236}">
                <a16:creationId xmlns:a16="http://schemas.microsoft.com/office/drawing/2014/main" id="{23F04CC6-A136-42E3-9708-A2CFE62F450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6C7D51D-85AE-4C63-AF28-D8133AC316DF}"/>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777673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51565-C818-446B-AA10-082C37EDDD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B430FB2-9DE8-4897-9F72-F7AB956E62B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48E9EFA-4E1A-46E5-AE00-64AA096AD70A}"/>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5" name="Marcador de pie de página 4">
            <a:extLst>
              <a:ext uri="{FF2B5EF4-FFF2-40B4-BE49-F238E27FC236}">
                <a16:creationId xmlns:a16="http://schemas.microsoft.com/office/drawing/2014/main" id="{E82DC435-4F11-426D-A730-C0107E5BEA1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A083E2C-8268-4745-A65A-160E6569E0C8}"/>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1165083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4DCFC1-EB75-42D2-9848-DFD9D5FF1D5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6F30CD0-791B-4A26-B778-3982714BC2D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85651C9-82A8-4B9A-B776-3A00409749F4}"/>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5" name="Marcador de pie de página 4">
            <a:extLst>
              <a:ext uri="{FF2B5EF4-FFF2-40B4-BE49-F238E27FC236}">
                <a16:creationId xmlns:a16="http://schemas.microsoft.com/office/drawing/2014/main" id="{520C2D8B-714F-4419-9B5E-8E33C12C958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3F6331D-BAC7-45E9-A29B-98F20C830C2B}"/>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4192287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7BA28-5D61-4E54-92CD-38412A615A3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558BBC8-4315-4192-8C7A-882885615D4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9482B799-1DFB-4460-B6E6-916BC105C5B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7CC5E23-D9B8-4F17-9DDE-954E280F00B5}"/>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6" name="Marcador de pie de página 5">
            <a:extLst>
              <a:ext uri="{FF2B5EF4-FFF2-40B4-BE49-F238E27FC236}">
                <a16:creationId xmlns:a16="http://schemas.microsoft.com/office/drawing/2014/main" id="{C121770C-9BDE-4825-ADD1-92B605955DE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323FE6D-52EE-4352-A9C1-BCB9540C7523}"/>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1088660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DDF236-9BD2-4E77-A058-70F0BF30591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7B09968-8AA8-425A-9655-54152A5296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C2B39EB-496C-41FE-B48D-CCD5A924B9D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99B764B8-B336-4A78-8129-348AE5CD18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65EEF921-07AF-4FF6-ACCF-B8D8C6123F0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660180FC-D352-49F6-9F54-76F6E89CA4F7}"/>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8" name="Marcador de pie de página 7">
            <a:extLst>
              <a:ext uri="{FF2B5EF4-FFF2-40B4-BE49-F238E27FC236}">
                <a16:creationId xmlns:a16="http://schemas.microsoft.com/office/drawing/2014/main" id="{0ED3057F-6B4F-4849-9183-D53DAE1CEA6F}"/>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473E84C1-679B-4C98-8FB5-B1A75DE6E1E9}"/>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328273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5312CD-4BEC-497B-9D8E-FE91414EDC6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D52F227-7C5D-4509-AB2A-FFAD3C2CB7CA}"/>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4" name="Marcador de pie de página 3">
            <a:extLst>
              <a:ext uri="{FF2B5EF4-FFF2-40B4-BE49-F238E27FC236}">
                <a16:creationId xmlns:a16="http://schemas.microsoft.com/office/drawing/2014/main" id="{03FED520-6C85-4807-AB83-9A17C1D97B7D}"/>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F28B6DFC-EE19-4675-9753-E57914DA2FBF}"/>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4207849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CA75EF5C-3B61-42A2-9179-7A103706823A}"/>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3" name="Marcador de pie de página 2">
            <a:extLst>
              <a:ext uri="{FF2B5EF4-FFF2-40B4-BE49-F238E27FC236}">
                <a16:creationId xmlns:a16="http://schemas.microsoft.com/office/drawing/2014/main" id="{412EBAA0-E84C-4065-9101-F2BDD2EF3E9A}"/>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34B3183-A7E0-4F97-BBD5-A662F3755991}"/>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4060108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35E848-AD27-4D5E-B7C8-1E9E10183C2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FB75E00-A33C-45E0-A2EC-45E90B4A91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C89E837C-5F7C-42A4-A174-3C3A0C73BB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A6C2BB-2CF8-4E4F-84CD-9BBBF3D829BD}"/>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6" name="Marcador de pie de página 5">
            <a:extLst>
              <a:ext uri="{FF2B5EF4-FFF2-40B4-BE49-F238E27FC236}">
                <a16:creationId xmlns:a16="http://schemas.microsoft.com/office/drawing/2014/main" id="{072056FA-D66A-49F5-A79C-725635D4D92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B9D4E7B-C9CA-4E8E-A16E-B715A77A0DAD}"/>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315223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3B3123-8F7C-4DA4-A239-35E1A781AF5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7C49D7B9-8FD3-4290-BC66-3615401B41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D9A098C-5247-4E13-91B5-6AB9306610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C3D76D3-2D50-477E-94EE-3CAE6A187771}"/>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6" name="Marcador de pie de página 5">
            <a:extLst>
              <a:ext uri="{FF2B5EF4-FFF2-40B4-BE49-F238E27FC236}">
                <a16:creationId xmlns:a16="http://schemas.microsoft.com/office/drawing/2014/main" id="{E0507074-6A37-42F2-8915-F50D3A8F3E7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B15E216B-F6F7-49F6-81D9-C7A8EE8460C0}"/>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1789837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D035A6-0616-4D1E-B471-A88884E1782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AA2E145-EE3B-4EFC-9821-C9B785882AA2}"/>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4377AF1-2D9F-4CF6-ACBF-A3564A55C8C7}"/>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5" name="Marcador de pie de página 4">
            <a:extLst>
              <a:ext uri="{FF2B5EF4-FFF2-40B4-BE49-F238E27FC236}">
                <a16:creationId xmlns:a16="http://schemas.microsoft.com/office/drawing/2014/main" id="{853FAE27-8C02-44B8-A9E6-199B33D6713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D96A499-863B-4253-895D-E0ACCC09B60C}"/>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4724048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7F5EDA-EC87-412B-828B-B2B0ABE3A1C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C827F30C-21E1-4133-803A-28CB884515A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7CEE83E-4DAD-4BCC-AA8C-3044DFBCDBA7}"/>
              </a:ext>
            </a:extLst>
          </p:cNvPr>
          <p:cNvSpPr>
            <a:spLocks noGrp="1"/>
          </p:cNvSpPr>
          <p:nvPr>
            <p:ph type="dt" sz="half" idx="10"/>
          </p:nvPr>
        </p:nvSpPr>
        <p:spPr/>
        <p:txBody>
          <a:bodyPr/>
          <a:lstStyle/>
          <a:p>
            <a:fld id="{90DBFCB8-B5C5-489E-8D40-1E74B42E5F55}" type="datetimeFigureOut">
              <a:rPr lang="es-CO" smtClean="0"/>
              <a:t>19/02/2026</a:t>
            </a:fld>
            <a:endParaRPr lang="es-CO"/>
          </a:p>
        </p:txBody>
      </p:sp>
      <p:sp>
        <p:nvSpPr>
          <p:cNvPr id="5" name="Marcador de pie de página 4">
            <a:extLst>
              <a:ext uri="{FF2B5EF4-FFF2-40B4-BE49-F238E27FC236}">
                <a16:creationId xmlns:a16="http://schemas.microsoft.com/office/drawing/2014/main" id="{2BED66E6-A9D1-42C3-B61B-68C1B79E449D}"/>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9564D6E-CEF8-44EE-BAF5-9FFD631F14B2}"/>
              </a:ext>
            </a:extLst>
          </p:cNvPr>
          <p:cNvSpPr>
            <a:spLocks noGrp="1"/>
          </p:cNvSpPr>
          <p:nvPr>
            <p:ph type="sldNum" sz="quarter" idx="12"/>
          </p:nvPr>
        </p:nvSpPr>
        <p:spPr/>
        <p:txBody>
          <a:bodyPr/>
          <a:lstStyle/>
          <a:p>
            <a:fld id="{04DC2422-442A-40E7-82EA-1590A9A392B9}" type="slidenum">
              <a:rPr lang="es-CO" smtClean="0"/>
              <a:t>‹Nº›</a:t>
            </a:fld>
            <a:endParaRPr lang="es-CO"/>
          </a:p>
        </p:txBody>
      </p:sp>
    </p:spTree>
    <p:extLst>
      <p:ext uri="{BB962C8B-B14F-4D97-AF65-F5344CB8AC3E}">
        <p14:creationId xmlns:p14="http://schemas.microsoft.com/office/powerpoint/2010/main" val="1301571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3C72D7E-55A6-4793-B7AE-173FD4A1C1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1E2E3EE6-98F8-4868-AA62-7637089A2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BBBCE-E8F8-4ACC-848D-CD5F56DCF9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DBFCB8-B5C5-489E-8D40-1E74B42E5F55}" type="datetimeFigureOut">
              <a:rPr lang="es-CO" smtClean="0"/>
              <a:t>19/02/2026</a:t>
            </a:fld>
            <a:endParaRPr lang="es-CO"/>
          </a:p>
        </p:txBody>
      </p:sp>
      <p:sp>
        <p:nvSpPr>
          <p:cNvPr id="5" name="Marcador de pie de página 4">
            <a:extLst>
              <a:ext uri="{FF2B5EF4-FFF2-40B4-BE49-F238E27FC236}">
                <a16:creationId xmlns:a16="http://schemas.microsoft.com/office/drawing/2014/main" id="{55DF7B0B-6C94-46A0-8738-F895E60455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D9239DEE-F4B9-4458-9525-80107671F9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DC2422-442A-40E7-82EA-1590A9A392B9}" type="slidenum">
              <a:rPr lang="es-CO" smtClean="0"/>
              <a:t>‹Nº›</a:t>
            </a:fld>
            <a:endParaRPr lang="es-CO"/>
          </a:p>
        </p:txBody>
      </p:sp>
    </p:spTree>
    <p:extLst>
      <p:ext uri="{BB962C8B-B14F-4D97-AF65-F5344CB8AC3E}">
        <p14:creationId xmlns:p14="http://schemas.microsoft.com/office/powerpoint/2010/main" val="634353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BF31A5-811D-47AB-9577-F23B8FFD1C41}"/>
              </a:ext>
            </a:extLst>
          </p:cNvPr>
          <p:cNvSpPr>
            <a:spLocks noGrp="1"/>
          </p:cNvSpPr>
          <p:nvPr>
            <p:ph type="ctrTitle"/>
          </p:nvPr>
        </p:nvSpPr>
        <p:spPr/>
        <p:txBody>
          <a:bodyPr>
            <a:normAutofit/>
          </a:bodyPr>
          <a:lstStyle/>
          <a:p>
            <a:r>
              <a:rPr lang="es-MX" sz="11500" dirty="0">
                <a:latin typeface="ADELIA" panose="02000500000000000000" pitchFamily="50" charset="0"/>
              </a:rPr>
              <a:t>Avances</a:t>
            </a:r>
            <a:endParaRPr lang="es-CO" sz="11500" dirty="0">
              <a:latin typeface="ADELIA" panose="02000500000000000000" pitchFamily="50" charset="0"/>
            </a:endParaRPr>
          </a:p>
        </p:txBody>
      </p:sp>
      <p:sp>
        <p:nvSpPr>
          <p:cNvPr id="3" name="Subtítulo 2">
            <a:extLst>
              <a:ext uri="{FF2B5EF4-FFF2-40B4-BE49-F238E27FC236}">
                <a16:creationId xmlns:a16="http://schemas.microsoft.com/office/drawing/2014/main" id="{B142D277-9D32-4422-B1DC-8AEB96021F2F}"/>
              </a:ext>
            </a:extLst>
          </p:cNvPr>
          <p:cNvSpPr>
            <a:spLocks noGrp="1"/>
          </p:cNvSpPr>
          <p:nvPr>
            <p:ph type="subTitle" idx="1"/>
          </p:nvPr>
        </p:nvSpPr>
        <p:spPr/>
        <p:txBody>
          <a:bodyPr>
            <a:normAutofit fontScale="92500" lnSpcReduction="20000"/>
          </a:bodyPr>
          <a:lstStyle/>
          <a:p>
            <a:r>
              <a:rPr lang="es-MX" sz="3200" dirty="0">
                <a:latin typeface="Winkle" panose="02000503000000000000" pitchFamily="2" charset="0"/>
              </a:rPr>
              <a:t>Mejora de la gestión del mantenimiento correctivo causado por uso inadecuado en equipos biomédicos mediante herramientas y estrategias digitales.</a:t>
            </a:r>
          </a:p>
          <a:p>
            <a:r>
              <a:rPr lang="es-MX" sz="3200" dirty="0">
                <a:latin typeface="Winkle" panose="02000503000000000000" pitchFamily="2" charset="0"/>
              </a:rPr>
              <a:t>20.02.2026</a:t>
            </a:r>
            <a:endParaRPr lang="es-CO" sz="3200" dirty="0">
              <a:latin typeface="Winkle" panose="02000503000000000000" pitchFamily="2" charset="0"/>
            </a:endParaRPr>
          </a:p>
        </p:txBody>
      </p:sp>
    </p:spTree>
    <p:extLst>
      <p:ext uri="{BB962C8B-B14F-4D97-AF65-F5344CB8AC3E}">
        <p14:creationId xmlns:p14="http://schemas.microsoft.com/office/powerpoint/2010/main" val="537540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5C421A-A4DD-46B4-AE99-55068D679FC0}"/>
              </a:ext>
            </a:extLst>
          </p:cNvPr>
          <p:cNvSpPr>
            <a:spLocks noGrp="1"/>
          </p:cNvSpPr>
          <p:nvPr>
            <p:ph type="title"/>
          </p:nvPr>
        </p:nvSpPr>
        <p:spPr/>
        <p:txBody>
          <a:bodyPr/>
          <a:lstStyle/>
          <a:p>
            <a:r>
              <a:rPr lang="es-MX" dirty="0">
                <a:latin typeface="Gloucester MT Extra Condensed" panose="02030808020601010101" pitchFamily="18" charset="0"/>
              </a:rPr>
              <a:t>1. CAUSA RAÍZ </a:t>
            </a:r>
            <a:endParaRPr lang="es-CO" dirty="0">
              <a:latin typeface="Gloucester MT Extra Condensed" panose="02030808020601010101" pitchFamily="18" charset="0"/>
            </a:endParaRPr>
          </a:p>
        </p:txBody>
      </p:sp>
      <p:sp>
        <p:nvSpPr>
          <p:cNvPr id="3" name="Marcador de contenido 2">
            <a:extLst>
              <a:ext uri="{FF2B5EF4-FFF2-40B4-BE49-F238E27FC236}">
                <a16:creationId xmlns:a16="http://schemas.microsoft.com/office/drawing/2014/main" id="{C3419155-53DC-49AD-9C27-2581D2E462B2}"/>
              </a:ext>
            </a:extLst>
          </p:cNvPr>
          <p:cNvSpPr>
            <a:spLocks noGrp="1"/>
          </p:cNvSpPr>
          <p:nvPr>
            <p:ph idx="1"/>
          </p:nvPr>
        </p:nvSpPr>
        <p:spPr>
          <a:xfrm>
            <a:off x="838200" y="1331495"/>
            <a:ext cx="10515600" cy="4845468"/>
          </a:xfrm>
        </p:spPr>
        <p:txBody>
          <a:bodyPr/>
          <a:lstStyle/>
          <a:p>
            <a:pPr marL="0" indent="0" algn="ctr">
              <a:buNone/>
            </a:pPr>
            <a:r>
              <a:rPr lang="es-MX" dirty="0">
                <a:latin typeface="Winkle" panose="02000503000000000000" pitchFamily="2" charset="0"/>
              </a:rPr>
              <a:t>CATEGORIAS PRINCIPALES</a:t>
            </a:r>
          </a:p>
          <a:p>
            <a:endParaRPr lang="es-CO" dirty="0">
              <a:latin typeface="Winkle" panose="02000503000000000000" pitchFamily="2" charset="0"/>
            </a:endParaRPr>
          </a:p>
        </p:txBody>
      </p:sp>
      <p:pic>
        <p:nvPicPr>
          <p:cNvPr id="5" name="Imagen 4">
            <a:extLst>
              <a:ext uri="{FF2B5EF4-FFF2-40B4-BE49-F238E27FC236}">
                <a16:creationId xmlns:a16="http://schemas.microsoft.com/office/drawing/2014/main" id="{6117013F-194C-464E-B009-B74B75DE8787}"/>
              </a:ext>
            </a:extLst>
          </p:cNvPr>
          <p:cNvPicPr>
            <a:picLocks noChangeAspect="1"/>
          </p:cNvPicPr>
          <p:nvPr/>
        </p:nvPicPr>
        <p:blipFill>
          <a:blip r:embed="rId2"/>
          <a:stretch>
            <a:fillRect/>
          </a:stretch>
        </p:blipFill>
        <p:spPr>
          <a:xfrm>
            <a:off x="1948603" y="1758156"/>
            <a:ext cx="8294793" cy="4734719"/>
          </a:xfrm>
          <a:prstGeom prst="rect">
            <a:avLst/>
          </a:prstGeom>
        </p:spPr>
      </p:pic>
    </p:spTree>
    <p:extLst>
      <p:ext uri="{BB962C8B-B14F-4D97-AF65-F5344CB8AC3E}">
        <p14:creationId xmlns:p14="http://schemas.microsoft.com/office/powerpoint/2010/main" val="3502141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conos, Logos, Símbolos de Microsoft excel 2019 - Descarga ...">
            <a:extLst>
              <a:ext uri="{FF2B5EF4-FFF2-40B4-BE49-F238E27FC236}">
                <a16:creationId xmlns:a16="http://schemas.microsoft.com/office/drawing/2014/main" id="{4D11384F-3412-4FFD-A8AD-FFBCBBFDAC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7556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3268071-BD49-4190-8712-B190ED06CB3D}"/>
              </a:ext>
            </a:extLst>
          </p:cNvPr>
          <p:cNvSpPr>
            <a:spLocks noGrp="1"/>
          </p:cNvSpPr>
          <p:nvPr>
            <p:ph idx="1"/>
          </p:nvPr>
        </p:nvSpPr>
        <p:spPr>
          <a:xfrm>
            <a:off x="336884" y="481262"/>
            <a:ext cx="11614484" cy="6376737"/>
          </a:xfrm>
        </p:spPr>
        <p:txBody>
          <a:bodyPr>
            <a:normAutofit fontScale="92500" lnSpcReduction="20000"/>
          </a:bodyPr>
          <a:lstStyle/>
          <a:p>
            <a:r>
              <a:rPr lang="es-MX" sz="4000" dirty="0">
                <a:latin typeface="Gloucester MT Extra Condensed" panose="02030808020601010101" pitchFamily="18" charset="0"/>
              </a:rPr>
              <a:t>96% de los MC </a:t>
            </a:r>
            <a:r>
              <a:rPr lang="es-MX" sz="4000" dirty="0">
                <a:latin typeface="Gloucester MT Extra Condensed" panose="02030808020601010101" pitchFamily="18" charset="0"/>
                <a:sym typeface="Wingdings" panose="05000000000000000000" pitchFamily="2" charset="2"/>
              </a:rPr>
              <a:t> causas modificables</a:t>
            </a:r>
          </a:p>
          <a:p>
            <a:r>
              <a:rPr lang="es-MX" sz="4000" dirty="0">
                <a:latin typeface="Gloucester MT Extra Condensed" panose="02030808020601010101" pitchFamily="18" charset="0"/>
                <a:sym typeface="Wingdings" panose="05000000000000000000" pitchFamily="2" charset="2"/>
              </a:rPr>
              <a:t>4% desgaste natural del equipo</a:t>
            </a:r>
          </a:p>
          <a:p>
            <a:pPr marL="0" indent="0">
              <a:buNone/>
            </a:pPr>
            <a:r>
              <a:rPr lang="es-MX" sz="4000" dirty="0">
                <a:latin typeface="Gloucester MT Extra Condensed" panose="02030808020601010101" pitchFamily="18" charset="0"/>
                <a:sym typeface="Wingdings" panose="05000000000000000000" pitchFamily="2" charset="2"/>
              </a:rPr>
              <a:t>_______________________________________</a:t>
            </a:r>
          </a:p>
          <a:p>
            <a:pPr marL="0" indent="0">
              <a:buNone/>
            </a:pPr>
            <a:r>
              <a:rPr lang="es-MX" sz="4000" dirty="0">
                <a:latin typeface="Gloucester MT Extra Condensed" panose="02030808020601010101" pitchFamily="18" charset="0"/>
              </a:rPr>
              <a:t>El Mal Manejo de Cables (30%) y el Mal Trato Físico (27%) suman el 57% de todos los reportes con categoría de manipulación</a:t>
            </a:r>
          </a:p>
          <a:p>
            <a:pPr marL="0" indent="0">
              <a:buNone/>
            </a:pPr>
            <a:r>
              <a:rPr lang="es-MX" sz="4000" dirty="0">
                <a:latin typeface="Gloucester MT Extra Condensed" panose="02030808020601010101" pitchFamily="18" charset="0"/>
                <a:sym typeface="Wingdings" panose="05000000000000000000" pitchFamily="2" charset="2"/>
              </a:rPr>
              <a:t>_______________________________________</a:t>
            </a:r>
          </a:p>
          <a:p>
            <a:pPr marL="0" indent="0">
              <a:buNone/>
            </a:pPr>
            <a:r>
              <a:rPr lang="es-MX" sz="4000" dirty="0">
                <a:latin typeface="Gloucester MT Extra Condensed" panose="02030808020601010101" pitchFamily="18" charset="0"/>
              </a:rPr>
              <a:t>El Monitor de Signos Vitales es el equipo más expuesto: Con 893 reportes totales y alta incidencia en las categorías de cables y mal trato, este dispositivo debe ser el eje central de cualquier intervención de capacitación, especialmente en UCIN, UCIA y Cirugía</a:t>
            </a:r>
          </a:p>
          <a:p>
            <a:pPr marL="0" indent="0">
              <a:buNone/>
            </a:pPr>
            <a:r>
              <a:rPr lang="es-MX" sz="4000" dirty="0">
                <a:latin typeface="Gloucester MT Extra Condensed" panose="02030808020601010101" pitchFamily="18" charset="0"/>
                <a:sym typeface="Wingdings" panose="05000000000000000000" pitchFamily="2" charset="2"/>
              </a:rPr>
              <a:t>_______________________________________</a:t>
            </a:r>
          </a:p>
          <a:p>
            <a:pPr marL="0" indent="0">
              <a:buNone/>
            </a:pPr>
            <a:r>
              <a:rPr lang="es-MX" sz="4000" dirty="0">
                <a:latin typeface="Gloucester MT Extra Condensed" panose="02030808020601010101" pitchFamily="18" charset="0"/>
              </a:rPr>
              <a:t>En todas las ramas se identifican factores organizacionales (ausencia de protocolos, falta de señalización, presión asistencial) que facilitan el error. </a:t>
            </a:r>
          </a:p>
          <a:p>
            <a:pPr marL="0" indent="0">
              <a:buNone/>
            </a:pPr>
            <a:endParaRPr lang="es-CO" sz="1800" dirty="0">
              <a:latin typeface="Gloucester MT Extra Condensed" panose="02030808020601010101" pitchFamily="18" charset="0"/>
            </a:endParaRPr>
          </a:p>
        </p:txBody>
      </p:sp>
    </p:spTree>
    <p:extLst>
      <p:ext uri="{BB962C8B-B14F-4D97-AF65-F5344CB8AC3E}">
        <p14:creationId xmlns:p14="http://schemas.microsoft.com/office/powerpoint/2010/main" val="845736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5C421A-A4DD-46B4-AE99-55068D679FC0}"/>
              </a:ext>
            </a:extLst>
          </p:cNvPr>
          <p:cNvSpPr>
            <a:spLocks noGrp="1"/>
          </p:cNvSpPr>
          <p:nvPr>
            <p:ph type="title"/>
          </p:nvPr>
        </p:nvSpPr>
        <p:spPr/>
        <p:txBody>
          <a:bodyPr/>
          <a:lstStyle/>
          <a:p>
            <a:r>
              <a:rPr lang="es-MX" dirty="0">
                <a:latin typeface="Gloucester MT Extra Condensed" panose="02030808020601010101" pitchFamily="18" charset="0"/>
              </a:rPr>
              <a:t>2. Diagrama de Ishikawa</a:t>
            </a:r>
            <a:endParaRPr lang="es-CO" dirty="0">
              <a:latin typeface="Gloucester MT Extra Condensed" panose="02030808020601010101" pitchFamily="18" charset="0"/>
            </a:endParaRPr>
          </a:p>
        </p:txBody>
      </p:sp>
      <p:sp>
        <p:nvSpPr>
          <p:cNvPr id="3" name="Marcador de contenido 2">
            <a:extLst>
              <a:ext uri="{FF2B5EF4-FFF2-40B4-BE49-F238E27FC236}">
                <a16:creationId xmlns:a16="http://schemas.microsoft.com/office/drawing/2014/main" id="{C3419155-53DC-49AD-9C27-2581D2E462B2}"/>
              </a:ext>
            </a:extLst>
          </p:cNvPr>
          <p:cNvSpPr>
            <a:spLocks noGrp="1"/>
          </p:cNvSpPr>
          <p:nvPr>
            <p:ph idx="1"/>
          </p:nvPr>
        </p:nvSpPr>
        <p:spPr>
          <a:xfrm>
            <a:off x="7042485" y="3545305"/>
            <a:ext cx="5149515" cy="1026694"/>
          </a:xfrm>
        </p:spPr>
        <p:txBody>
          <a:bodyPr/>
          <a:lstStyle/>
          <a:p>
            <a:pPr marL="0" indent="0" algn="ctr">
              <a:buNone/>
            </a:pPr>
            <a:r>
              <a:rPr lang="es-MX" sz="5400" dirty="0">
                <a:latin typeface="Winkle" panose="02000503000000000000" pitchFamily="2" charset="0"/>
              </a:rPr>
              <a:t>EDAN  IM70</a:t>
            </a:r>
          </a:p>
          <a:p>
            <a:endParaRPr lang="es-CO" dirty="0">
              <a:latin typeface="Winkle" panose="02000503000000000000" pitchFamily="2" charset="0"/>
            </a:endParaRPr>
          </a:p>
        </p:txBody>
      </p:sp>
      <p:pic>
        <p:nvPicPr>
          <p:cNvPr id="2050" name="Picture 2" descr="Monitor Multiparametros EDAN iM70 – Electromedica SAS">
            <a:extLst>
              <a:ext uri="{FF2B5EF4-FFF2-40B4-BE49-F238E27FC236}">
                <a16:creationId xmlns:a16="http://schemas.microsoft.com/office/drawing/2014/main" id="{DE613313-B6C0-4117-A7CC-B4C41D35C9C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6000" r="90000">
                        <a14:foregroundMark x1="7375" y1="26889" x2="60625" y2="30444"/>
                        <a14:foregroundMark x1="60625" y1="30444" x2="81875" y2="29444"/>
                        <a14:foregroundMark x1="25000" y1="15000" x2="25000" y2="21778"/>
                        <a14:foregroundMark x1="29750" y1="11667" x2="43250" y2="14111"/>
                        <a14:foregroundMark x1="43250" y1="14111" x2="55875" y2="13889"/>
                        <a14:foregroundMark x1="55875" y1="13889" x2="61000" y2="12111"/>
                        <a14:foregroundMark x1="64500" y1="14778" x2="64500" y2="21556"/>
                        <a14:foregroundMark x1="84000" y1="31333" x2="83375" y2="42556"/>
                        <a14:foregroundMark x1="83625" y1="44889" x2="84000" y2="54556"/>
                        <a14:foregroundMark x1="7625" y1="25444" x2="6875" y2="29444"/>
                        <a14:foregroundMark x1="6875" y1="29889" x2="6000" y2="41444"/>
                        <a14:foregroundMark x1="24500" y1="17556" x2="24500" y2="22444"/>
                        <a14:foregroundMark x1="23625" y1="17111" x2="23625" y2="23667"/>
                        <a14:foregroundMark x1="22625" y1="16889" x2="22375" y2="23889"/>
                        <a14:foregroundMark x1="23125" y1="72000" x2="56875" y2="73222"/>
                        <a14:foregroundMark x1="75000" y1="72000" x2="61875" y2="72778"/>
                        <a14:foregroundMark x1="15750" y1="32000" x2="36375" y2="32667"/>
                        <a14:foregroundMark x1="36375" y1="32667" x2="57000" y2="31111"/>
                        <a14:foregroundMark x1="57000" y1="31111" x2="70750" y2="31111"/>
                      </a14:backgroundRemoval>
                    </a14:imgEffect>
                  </a14:imgLayer>
                </a14:imgProps>
              </a:ext>
              <a:ext uri="{28A0092B-C50C-407E-A947-70E740481C1C}">
                <a14:useLocalDpi xmlns:a14="http://schemas.microsoft.com/office/drawing/2010/main" val="0"/>
              </a:ext>
            </a:extLst>
          </a:blip>
          <a:srcRect/>
          <a:stretch>
            <a:fillRect/>
          </a:stretch>
        </p:blipFill>
        <p:spPr bwMode="auto">
          <a:xfrm>
            <a:off x="1716506" y="1062789"/>
            <a:ext cx="5325979" cy="5991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88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conos, Logos, Símbolos de Microsoft excel 2019 - Descarga ...">
            <a:extLst>
              <a:ext uri="{FF2B5EF4-FFF2-40B4-BE49-F238E27FC236}">
                <a16:creationId xmlns:a16="http://schemas.microsoft.com/office/drawing/2014/main" id="{4D11384F-3412-4FFD-A8AD-FFBCBBFDAC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518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515670-F6AD-48C9-A802-3E65BA81EE93}"/>
              </a:ext>
            </a:extLst>
          </p:cNvPr>
          <p:cNvSpPr>
            <a:spLocks noGrp="1"/>
          </p:cNvSpPr>
          <p:nvPr>
            <p:ph type="title"/>
          </p:nvPr>
        </p:nvSpPr>
        <p:spPr/>
        <p:txBody>
          <a:bodyPr>
            <a:normAutofit/>
          </a:bodyPr>
          <a:lstStyle/>
          <a:p>
            <a:r>
              <a:rPr lang="es-MX" sz="6600" dirty="0">
                <a:latin typeface="Winkle" panose="02000503000000000000" pitchFamily="2" charset="0"/>
              </a:rPr>
              <a:t>HALLAZGO</a:t>
            </a:r>
            <a:endParaRPr lang="es-CO" sz="6600" dirty="0">
              <a:latin typeface="Winkle" panose="02000503000000000000" pitchFamily="2" charset="0"/>
            </a:endParaRPr>
          </a:p>
        </p:txBody>
      </p:sp>
      <p:sp>
        <p:nvSpPr>
          <p:cNvPr id="3" name="Marcador de contenido 2">
            <a:extLst>
              <a:ext uri="{FF2B5EF4-FFF2-40B4-BE49-F238E27FC236}">
                <a16:creationId xmlns:a16="http://schemas.microsoft.com/office/drawing/2014/main" id="{4394DCF6-CE43-4E4A-A0D8-928A111B862D}"/>
              </a:ext>
            </a:extLst>
          </p:cNvPr>
          <p:cNvSpPr>
            <a:spLocks noGrp="1"/>
          </p:cNvSpPr>
          <p:nvPr>
            <p:ph idx="1"/>
          </p:nvPr>
        </p:nvSpPr>
        <p:spPr/>
        <p:txBody>
          <a:bodyPr>
            <a:normAutofit lnSpcReduction="10000"/>
          </a:bodyPr>
          <a:lstStyle/>
          <a:p>
            <a:pPr marL="0" indent="0" algn="just">
              <a:buNone/>
            </a:pPr>
            <a:r>
              <a:rPr lang="es-MX" sz="4000" dirty="0">
                <a:latin typeface="Gloucester MT Extra Condensed" panose="02030808020601010101" pitchFamily="18" charset="0"/>
              </a:rPr>
              <a:t>Los tres reportes comparten la misma causa raíz sistémica, la ausencia de un programa institucional de capacitación estructurada en el uso correcto del Monitor de Signos Vitales EDAN IM70. En los tres casos, la solución técnica tomó menos de 40 minutos y no requirió repuestos complejos. Esto confirma que el problema no es de ingeniería del equipo, sino de entrenamiento del operador y estandarización de protocolos de uso, lo que justifica directamente la Estrategia Educativa como intervención central de este proyecto de grado.</a:t>
            </a:r>
          </a:p>
          <a:p>
            <a:endParaRPr lang="es-CO" dirty="0"/>
          </a:p>
        </p:txBody>
      </p:sp>
    </p:spTree>
    <p:extLst>
      <p:ext uri="{BB962C8B-B14F-4D97-AF65-F5344CB8AC3E}">
        <p14:creationId xmlns:p14="http://schemas.microsoft.com/office/powerpoint/2010/main" val="411858948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243</Words>
  <Application>Microsoft Office PowerPoint</Application>
  <PresentationFormat>Panorámica</PresentationFormat>
  <Paragraphs>17</Paragraphs>
  <Slides>7</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7</vt:i4>
      </vt:variant>
    </vt:vector>
  </HeadingPairs>
  <TitlesOfParts>
    <vt:vector size="14" baseType="lpstr">
      <vt:lpstr>ADELIA</vt:lpstr>
      <vt:lpstr>Arial</vt:lpstr>
      <vt:lpstr>Calibri</vt:lpstr>
      <vt:lpstr>Calibri Light</vt:lpstr>
      <vt:lpstr>Gloucester MT Extra Condensed</vt:lpstr>
      <vt:lpstr>Winkle</vt:lpstr>
      <vt:lpstr>Tema de Office</vt:lpstr>
      <vt:lpstr>Avances</vt:lpstr>
      <vt:lpstr>1. CAUSA RAÍZ </vt:lpstr>
      <vt:lpstr>Presentación de PowerPoint</vt:lpstr>
      <vt:lpstr>Presentación de PowerPoint</vt:lpstr>
      <vt:lpstr>2. Diagrama de Ishikawa</vt:lpstr>
      <vt:lpstr>Presentación de PowerPoint</vt:lpstr>
      <vt:lpstr>HALLAZGO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Avances</dc:title>
  <dc:creator>ANA LUISA PARRA VALENCIA</dc:creator>
  <cp:lastModifiedBy>ANA LUISA PARRA VALENCIA</cp:lastModifiedBy>
  <cp:revision>2</cp:revision>
  <dcterms:created xsi:type="dcterms:W3CDTF">2026-02-20T04:19:38Z</dcterms:created>
  <dcterms:modified xsi:type="dcterms:W3CDTF">2026-02-20T04:29:43Z</dcterms:modified>
</cp:coreProperties>
</file>